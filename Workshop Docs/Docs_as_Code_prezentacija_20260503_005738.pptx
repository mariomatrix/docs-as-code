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000" b="1">
                <a:solidFill>
                  <a:srgbClr val="1B3A5C"/>
                </a:solidFill>
                <a:latin typeface="Calibri"/>
              </a:defRPr>
            </a:pPr>
            <a:r>
              <a:t>Digitalna radionica: Novi način timskog pisanja</a:t>
            </a:r>
          </a:p>
          <a:p>
            <a:pPr>
              <a:defRPr sz="3000" b="1">
                <a:solidFill>
                  <a:srgbClr val="1B3A5C"/>
                </a:solidFill>
                <a:latin typeface="Calibri"/>
              </a:defRPr>
            </a:pPr>
            <a:r>
              <a:t>za znanost i projekte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333333"/>
                </a:solidFill>
                <a:latin typeface="Calibri"/>
              </a:defRPr>
            </a:pPr>
            <a:r>
              <a:t>Documents-as-code proces – puna kontrola nad dokumentima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B3A5C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B3A5C"/>
                </a:solidFill>
                <a:latin typeface="Calibri"/>
              </a:defRPr>
            </a:pPr>
            <a:r>
              <a:t>Zašto smo ovdje danas?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„Izvješće_v1_final_konačno_Ana_ispravila.docx“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Gubimo sate na traženje prave verzije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Spajanje komentara i formatiranje troši kreativnu energiju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Problem nismo mi – problem je sustav.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B3A5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Calibri"/>
              </a:defRPr>
            </a:pPr>
            <a:r>
              <a:t>Kaos vs. Sustav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80160"/>
          <a:ext cx="103628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5158"/>
                <a:gridCol w="6217737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Stari način (Kaos)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Novi način (Sustav)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Svatko ima svoju datoteku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Jedna verzija za sve – uvijek aktualna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Promjene se lako gube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Sve izmjene su trajno sačuvane i vidljive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Spajanje teksta je ručni posao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Zna se točno tko je što i kada promijenio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Formatiranje oduzima sate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Dokument se automatski oblikuje sam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B3A5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B3A5C"/>
                </a:solidFill>
                <a:latin typeface="Calibri"/>
              </a:defRPr>
            </a:pPr>
            <a:r>
              <a:t>Promjena paradigme: Razdvajanje sadržaja od dizajna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Staro: fokus na izgledu (fontovi, margine, brojevi stranica)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Novo: fokus isključivo na sadržaju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Vi pišete samo čisti tekst. Računalo oblikuje.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Prestajemo biti grafički urednici – postajemo autori sadržaja.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B3A5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B3A5C"/>
                </a:solidFill>
                <a:latin typeface="Calibri"/>
              </a:defRPr>
            </a:pPr>
            <a:r>
              <a:t>AI obožava čisti tekst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Markdown je nativni jezik alata poput ChatGPT, Claude, Copilot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Brže razumijevanje, lakše sažimanje i prevođenje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Vaš repozitorij postaje privatna baza znanja za AI asistenta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Rezultat: Pišete manje, dobivate više.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B3A5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B3A5C"/>
                </a:solidFill>
                <a:latin typeface="Calibri"/>
              </a:defRPr>
            </a:pPr>
            <a:r>
              <a:t>Tri jednostavna alata (0 programiranja)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1. Obsidian – olovka za pisanje bez distrakcija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2. Git – vremenski stroj koji čuva svaku verziju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3. Quarto – robot koji automatski stvara finalni PDF/DOCX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Sve se odvija unutar Obsidiana. Bez terminala, bez koda.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B3A5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B3A5C"/>
                </a:solidFill>
                <a:latin typeface="Calibri"/>
              </a:defRPr>
            </a:pPr>
            <a:r>
              <a:t>1. Olovka: Pisanje bez distrakcija (Obsidian)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Izgleda kao Word, ali sprema čisti tekst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Formatiranje tipkovnicom: # Naslov, **podebljano**, [@oznaka2024]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Bez skrivenog oblikovanja, samo sadržaj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B3A5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B3A5C"/>
                </a:solidFill>
                <a:latin typeface="Calibri"/>
              </a:defRPr>
            </a:pPr>
            <a:r>
              <a:t>2. Vremenski stroj: Apsolutna sigurnost (Git)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Ništa se ne gubi – povratak na bilo koju stariju verziju jednim klikom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Vidite točno tko je, kada i što mijenjao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Radi u pozadini Obsidiana (plugin Obsidian Git)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B3A5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B3A5C"/>
                </a:solidFill>
                <a:latin typeface="Calibri"/>
              </a:defRPr>
            </a:pPr>
            <a:r>
              <a:t>3. Robot: Automatsko oblikovanje (Quarto)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Vi pišete tekst (Markdown), Quarto dodaje naslovnicu, margine, brojeve stranica, bibliografiju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Generira savršen PDF ili DOCX prema službenom predlošku ustanove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B3A5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B3A5C"/>
                </a:solidFill>
                <a:latin typeface="Calibri"/>
              </a:defRPr>
            </a:pPr>
            <a:r>
              <a:t>Kako izgleda u praksi? (3 jednostavna koraka)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1. Piši – Otvorite Obsidian, pišete kao u Wordu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2. Podijeli / Odobri – Jedan klik šalje izmjene, kolege pregledavaju i odobravaju (Pull Request)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3. Generiraj – Sustav automatski gradi finalni PDF s potpunim dizajnom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B3A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B3A5C"/>
                </a:solidFill>
                <a:latin typeface="Calibri"/>
              </a:defRPr>
            </a:pPr>
            <a:r>
              <a:t>Kraj 'Merge' konflikata: Modularno pisanje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Stari način: dvoje ljudi prepravlja isti Word dokument → kaos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Docs‑as‑Code način: veliki dokument podijelimo u male .md datoteke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Ana piše 01_Uvod.md, Marko 02_Razrada.md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Quarto ih automatski spaja u jedan PDF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Konflikti su matematički nemogući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B3A5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B3A5C"/>
                </a:solidFill>
                <a:latin typeface="Calibri"/>
              </a:defRPr>
            </a:pPr>
            <a:r>
              <a:t>Kada (ne) koristiti ovaj pristup?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✅ Najbolje za: EU projektne prijave, DMP, diplomski/doktorski radovi, timski elaborati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❌ Bolje izbjegavati: kratke interne dopise, jednokratne bilješke, dokumente za jednu osobu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B3A5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B3A5C"/>
                </a:solidFill>
                <a:latin typeface="Calibri"/>
              </a:defRPr>
            </a:pPr>
            <a:r>
              <a:t>Pilot faza: počnite već danas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1. Instalirajte Git for Windows, Quarto CLI i Obsidian (sve zadane postavke)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2. Preuzmite gotov fakultetski Template repozitorij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3. Otvorite u Obsidianu, uključite 'Obsidian Git' plugin (auto‑spremanje svakih 15 minuta)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4. Pišite – fokus samo na tekst, dizajn prepustite sustavu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Gotov template i detaljne upute su spremni. Vaš novi čisti radni stol vas čeka.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B3A5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