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Digitalna radionica: Novi način timskog pisanja za znanost i projekte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Documents-as-code proces – puna kontrola nad dokumentima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Zašto smo ovdje danas?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"Izvješće_v1_final_konačno_Ana_ispravila.docx"</a:t>
            </a:r>
          </a:p>
          <a:p>
            <a:pPr>
              <a:spcAft>
                <a:spcPts val="600"/>
              </a:spcAft>
            </a:pPr>
            <a:r>
              <a:t>Gubimo sate na traženje prave verzije</a:t>
            </a:r>
          </a:p>
          <a:p>
            <a:pPr>
              <a:spcAft>
                <a:spcPts val="600"/>
              </a:spcAft>
            </a:pPr>
            <a:r>
              <a:t>Spajanje komentara i formatiranje troši kreativnu energiju</a:t>
            </a:r>
          </a:p>
          <a:p>
            <a:pPr>
              <a:spcAft>
                <a:spcPts val="600"/>
              </a:spcAft>
            </a:pPr>
            <a:r>
              <a:t>Problem nismo mi – problem je sustav.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Kaos vs. Sustav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Stari način: svatko svoju datoteku, promjene se gube, ručno spajanje, sati formatiranja.</a:t>
            </a:r>
          </a:p>
          <a:p>
            <a:pPr>
              <a:spcAft>
                <a:spcPts val="600"/>
              </a:spcAft>
            </a:pPr>
            <a:r>
              <a:t>Novi način: jedna verzija za sve, sve izmjene vidljive, automatsko oblikovanje.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Promjena paradigme: Razdvajanje sadržaja od dizajna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Staro: fokus na izgledu (fontovi, margine, brojevi stranica).</a:t>
            </a:r>
          </a:p>
          <a:p>
            <a:pPr>
              <a:spcAft>
                <a:spcPts val="600"/>
              </a:spcAft>
            </a:pPr>
            <a:r>
              <a:t>Novo: fokus isključivo na sadržaju.</a:t>
            </a:r>
          </a:p>
          <a:p>
            <a:pPr>
              <a:spcAft>
                <a:spcPts val="600"/>
              </a:spcAft>
            </a:pPr>
            <a:r>
              <a:t>Vi pišete samo čisti tekst. Računalo oblikuje.</a:t>
            </a:r>
          </a:p>
          <a:p>
            <a:pPr>
              <a:spcAft>
                <a:spcPts val="600"/>
              </a:spcAft>
            </a:pPr>
            <a:r>
              <a:t>Prestajemo biti grafički urednici – postajemo autori sadržaja.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obožava čisti tekst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Markdown = nativni jezik alata poput ChatGPT, Claude, Copilot.</a:t>
            </a:r>
          </a:p>
          <a:p>
            <a:pPr>
              <a:spcAft>
                <a:spcPts val="600"/>
              </a:spcAft>
            </a:pPr>
            <a:r>
              <a:t>Brže razumijevanje, lakše sažimanje i prevođenje.</a:t>
            </a:r>
          </a:p>
          <a:p>
            <a:pPr>
              <a:spcAft>
                <a:spcPts val="600"/>
              </a:spcAft>
            </a:pPr>
            <a:r>
              <a:t>Vaš repozitorij postaje privatna baza znanja za AI asistenta.</a:t>
            </a:r>
          </a:p>
          <a:p>
            <a:pPr>
              <a:spcAft>
                <a:spcPts val="600"/>
              </a:spcAft>
            </a:pPr>
            <a:r>
              <a:t>Rezultat: Pišete manje, dobivate više.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 jednostavna alata (0 programiranja)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Obsidian – olovka za pisanje bez distrakcija.</a:t>
            </a:r>
          </a:p>
          <a:p>
            <a:pPr>
              <a:spcAft>
                <a:spcPts val="600"/>
              </a:spcAft>
            </a:pPr>
            <a:r>
              <a:t>2. Git – vremenski stroj koji čuva svaku verziju.</a:t>
            </a:r>
          </a:p>
          <a:p>
            <a:pPr>
              <a:spcAft>
                <a:spcPts val="600"/>
              </a:spcAft>
            </a:pPr>
            <a:r>
              <a:t>3. Quarto – robot koji automatski stvara finalni PDF/DOCX.</a:t>
            </a:r>
          </a:p>
          <a:p>
            <a:pPr>
              <a:spcAft>
                <a:spcPts val="600"/>
              </a:spcAft>
            </a:pPr>
            <a:r>
              <a:t>Sve se odvija unutar Obsidiana. Bez terminala, bez koda.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Olovka: Obsidian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Izgleda kao Word, ali sprema čisti tekst.</a:t>
            </a:r>
          </a:p>
          <a:p>
            <a:pPr>
              <a:spcAft>
                <a:spcPts val="600"/>
              </a:spcAft>
            </a:pPr>
            <a:r>
              <a:t>Formatiranje tipkovnicom: # Naslov, **podebljano**, [@oznaka2024].</a:t>
            </a:r>
          </a:p>
          <a:p>
            <a:pPr>
              <a:spcAft>
                <a:spcPts val="600"/>
              </a:spcAft>
            </a:pPr>
            <a:r>
              <a:t>Bez skrivenog oblikovanja, samo sadržaj.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Vremenski stroj: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Ništa se ne gubi – povratak na bilo koju stariju verziju jednim klikom.</a:t>
            </a:r>
          </a:p>
          <a:p>
            <a:pPr>
              <a:spcAft>
                <a:spcPts val="600"/>
              </a:spcAft>
            </a:pPr>
            <a:r>
              <a:t>Vidite tko je, kada i što mijenjao.</a:t>
            </a:r>
          </a:p>
          <a:p>
            <a:pPr>
              <a:spcAft>
                <a:spcPts val="600"/>
              </a:spcAft>
            </a:pPr>
            <a:r>
              <a:t>Radi u pozadini Obsidiana (plugin Obsidian Git).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Robot: 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Vi pišete tekst (Markdown), Quarto dodaje naslovnicu, margine, brojeve stranica, bibliografiju.</a:t>
            </a:r>
          </a:p>
          <a:p>
            <a:pPr>
              <a:spcAft>
                <a:spcPts val="600"/>
              </a:spcAft>
            </a:pPr>
            <a:r>
              <a:t>Generira savršen PDF ili DOCX prema službenom predlošku ustanove.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Kako izgleda u praksi?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Piši – Obsidian, kao u Wordu.</a:t>
            </a:r>
          </a:p>
          <a:p>
            <a:pPr>
              <a:spcAft>
                <a:spcPts val="600"/>
              </a:spcAft>
            </a:pPr>
            <a:r>
              <a:t>2. Podijeli / Odobri – jedan klik, Pull Request, kolege pregledavaju.</a:t>
            </a:r>
          </a:p>
          <a:p>
            <a:pPr>
              <a:spcAft>
                <a:spcPts val="600"/>
              </a:spcAft>
            </a:pPr>
            <a:r>
              <a:t>3. Generiraj – sustav automatski gradi finalni PDF s dizajnom.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Kraj 'Merge' konflikata: Modularno pisanje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Staro: dvoje ljudi u istom Wordu → kaos.</a:t>
            </a:r>
          </a:p>
          <a:p>
            <a:pPr>
              <a:spcAft>
                <a:spcPts val="600"/>
              </a:spcAft>
            </a:pPr>
            <a:r>
              <a:t>Docs-as-Code: veliki dokument podijelimo na male .md datoteke.</a:t>
            </a:r>
          </a:p>
          <a:p>
            <a:pPr>
              <a:spcAft>
                <a:spcPts val="600"/>
              </a:spcAft>
            </a:pPr>
            <a:r>
              <a:t>Ana piše 01_Uvod.md, Marko 02_Razrada.md.</a:t>
            </a:r>
          </a:p>
          <a:p>
            <a:pPr>
              <a:spcAft>
                <a:spcPts val="600"/>
              </a:spcAft>
            </a:pPr>
            <a:r>
              <a:t>Quarto ih automatski spaja u jedan PDF.</a:t>
            </a:r>
          </a:p>
          <a:p>
            <a:pPr>
              <a:spcAft>
                <a:spcPts val="600"/>
              </a:spcAft>
            </a:pPr>
            <a:r>
              <a:t>Konflikti su matematički nemogući.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Kada koristiti?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✅ EU projektne prijave, DMP, diplomski/doktorski radovi, timski elaborati.</a:t>
            </a:r>
          </a:p>
          <a:p>
            <a:pPr>
              <a:spcAft>
                <a:spcPts val="600"/>
              </a:spcAft>
            </a:pPr>
            <a:r>
              <a:t>❌ Kratki interni dopisi, jednokratne bilješke, dokumenti za jednu osobu.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faza: počnite već danas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Instalirajte Git, Quarto CLI i Obsidian.</a:t>
            </a:r>
          </a:p>
          <a:p>
            <a:pPr>
              <a:spcAft>
                <a:spcPts val="600"/>
              </a:spcAft>
            </a:pPr>
            <a:r>
              <a:t>2. Preuzmite gotov fakultetski Template repozitorij.</a:t>
            </a:r>
          </a:p>
          <a:p>
            <a:pPr>
              <a:spcAft>
                <a:spcPts val="600"/>
              </a:spcAft>
            </a:pPr>
            <a:r>
              <a:t>3. Otvorite u Obsidianu, uključite Obsidian Git (auto-spremanje svakih 15 min).</a:t>
            </a:r>
          </a:p>
          <a:p>
            <a:pPr>
              <a:spcAft>
                <a:spcPts val="600"/>
              </a:spcAft>
            </a:pPr>
            <a:r>
              <a:t>4. Pišite – fokus na tekst, dizajn prepustite sustavu.</a:t>
            </a:r>
          </a:p>
          <a:p>
            <a:pPr>
              <a:spcAft>
                <a:spcPts val="600"/>
              </a:spcAft>
            </a:pPr>
            <a:r>
              <a:t>Gotov template i upute su spremni. Vaš novi čisti radni stol vas čeka.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