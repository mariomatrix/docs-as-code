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05840"/>
            <a:ext cx="54864" cy="2560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Docs-as-Code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era pisanja projektne dokumentacije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Kako inženjerski pristup primijeniti na tekst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52E4D"/>
          </a:solidFill>
          <a:ln w="12700">
            <a:solidFill>
              <a:srgbClr val="152E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Predavanje  ·  90 minuta  ·  Nastavnici · Istraživači · Administracija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Pretrpani folderi i verzije kradu dragocjeno istraživačko vrijeme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3291840"/>
          </a:xfrm>
          <a:prstGeom prst="rect">
            <a:avLst/>
          </a:prstGeom>
          <a:solidFill>
            <a:srgbClr val="F4F8FC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45720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188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Elaborat_projekt/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16916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Elaborat_v1.docx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011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Elaborat_final.docx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331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Elaborat_final_STVARNO.docx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651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Elaborat_Ana_ispravak.docx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2971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Elaborat_final_v3_NOVO.docx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3291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Elaborat_UPLOAD_submit.docx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43000"/>
            <a:ext cx="1005840" cy="10058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754880" y="1143000"/>
            <a:ext cx="3931920" cy="868680"/>
          </a:xfrm>
          <a:prstGeom prst="rect">
            <a:avLst/>
          </a:prstGeom>
          <a:solidFill>
            <a:srgbClr val="FFF5F5"/>
          </a:solidFill>
          <a:ln w="12700">
            <a:solidFill>
              <a:srgbClr val="FADB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0" y="1143000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919472" y="11978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Gubitak podataka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919472" y="15453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Stare verzije teksta nestaju zauvijek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754880" y="2194560"/>
            <a:ext cx="3931920" cy="868680"/>
          </a:xfrm>
          <a:prstGeom prst="rect">
            <a:avLst/>
          </a:prstGeom>
          <a:solidFill>
            <a:srgbClr val="FFF5F5"/>
          </a:solidFill>
          <a:ln w="12700">
            <a:solidFill>
              <a:srgbClr val="FADB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54880" y="2194560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19472" y="22494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Noćna mora spajanja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4919472" y="25968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Tko piše u isto vrijeme — nema koordinacije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754880" y="3246120"/>
            <a:ext cx="3931920" cy="868680"/>
          </a:xfrm>
          <a:prstGeom prst="rect">
            <a:avLst/>
          </a:prstGeom>
          <a:solidFill>
            <a:srgbClr val="FFF5F5"/>
          </a:solidFill>
          <a:ln w="12700">
            <a:solidFill>
              <a:srgbClr val="FADB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754880" y="3246120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919472" y="33009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Tko je zadnji mijenjao?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4919472" y="36484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Nema traga: niti tko, niti što, niti zašto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Zvuči poznato? Postoji bolji način.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Docs-as-Code razdvaja sadržaj od dizajna — vi pišete, sustav oblikuje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749040" cy="3520440"/>
          </a:xfrm>
          <a:prstGeom prst="rect">
            <a:avLst/>
          </a:prstGeom>
          <a:solidFill>
            <a:srgbClr val="FFF5F5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74904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33856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STARO  —  WYSIWYG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i sadržaj su isprepleteni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Nevidljivi Word XML kod svuda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"Save As" kao verzioniranje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Svaki korisnik ima svoju kopiju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Teško za AI alate (ChatGPT, Copilot)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97680" y="2743200"/>
            <a:ext cx="548640" cy="0"/>
          </a:xfrm>
          <a:prstGeom prst="line">
            <a:avLst/>
          </a:prstGeom>
          <a:noFill/>
          <a:ln w="3175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5968" y="251460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3749040" cy="3520440"/>
          </a:xfrm>
          <a:prstGeom prst="rect">
            <a:avLst/>
          </a:prstGeom>
          <a:solidFill>
            <a:srgbClr val="EAF4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097280"/>
            <a:ext cx="374904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133856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 —  DOCS-AS-CODE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737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Čisti tekst, nula skrivenog koda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Sadržaj odvojen od dizajna (PDF/DOCX)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pamti svaku promjenu (tko/kada/zašto)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 rade na istom izvoru (single source)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alati prirodno razumiju Markdown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Prestajemo biti grafički urednici — postajemo isključivo autori sadržaja.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 alata pokrivaju cijeli workflow — bez ijedne linije koda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15568"/>
            <a:ext cx="2633472" cy="3520440"/>
          </a:xfrm>
          <a:prstGeom prst="rect">
            <a:avLst/>
          </a:prstGeom>
          <a:solidFill>
            <a:srgbClr val="EAF4FB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15568"/>
            <a:ext cx="2633472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12618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92224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222199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— Ovdje pišemo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596896"/>
            <a:ext cx="2267712" cy="18288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697480"/>
            <a:ext cx="23591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Vizualni editor za Markdown. Nema programiranja — izgleda kao Word, ali sprema čisti tekst. Odlično za bilješke i veze između ideja.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46120" y="1115568"/>
            <a:ext cx="2633472" cy="3520440"/>
          </a:xfrm>
          <a:prstGeom prst="rect">
            <a:avLst/>
          </a:prstGeom>
          <a:solidFill>
            <a:srgbClr val="EAF4FB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115568"/>
            <a:ext cx="2633472" cy="640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26187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1792224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/ GitHub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337560" y="222199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Skladište — Vremenski stroj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429000" y="2596896"/>
            <a:ext cx="2267712" cy="18288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83280" y="2697480"/>
            <a:ext cx="23591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Čuva svaku verziju dokumenta. Pamti tko je, kada i zašto promijenio svaki znak. Nema više 'Save As'. Obsidian plugin — sve s jednim klikom.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035040" y="1115568"/>
            <a:ext cx="2633472" cy="3520440"/>
          </a:xfrm>
          <a:prstGeom prst="rect">
            <a:avLst/>
          </a:prstGeom>
          <a:solidFill>
            <a:srgbClr val="EAF4FB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1115568"/>
            <a:ext cx="2633472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126187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1792224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Quarto / Pandoc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126480" y="222199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Prevoditelj — Tvornica dokumenata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217920" y="2596896"/>
            <a:ext cx="2267712" cy="18288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72200" y="2697480"/>
            <a:ext cx="23591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koji čisti Markdown tekst pretvara u službeni PDF i DOCX — s naslovnicom, marginama, numeracijom stranica i bibliografijom.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 Git ekstenzija: nikad ne izlazite iz aplikacije — spremi i dijeli jednim klikom.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 koraka zamjenjuju kaotičan e-mail i Teams 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15568"/>
            <a:ext cx="2633472" cy="3566160"/>
          </a:xfrm>
          <a:prstGeom prst="rect">
            <a:avLst/>
          </a:prstGeom>
          <a:solidFill>
            <a:srgbClr val="F4F8FC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15568"/>
            <a:ext cx="2633472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7168" y="121615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6128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Piši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66928" y="1627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205740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Otvoriš Obsidian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Pišeš čisti tekst (Markdown)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Vidiš preview odmah pored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Citiraj literaturom: [@autor2024]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182112" y="2194560"/>
            <a:ext cx="64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46120" y="1115568"/>
            <a:ext cx="2633472" cy="3566160"/>
          </a:xfrm>
          <a:prstGeom prst="rect">
            <a:avLst/>
          </a:prstGeom>
          <a:solidFill>
            <a:srgbClr val="F4F8FC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115568"/>
            <a:ext cx="2633472" cy="868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55848" y="11430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1216152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86200" y="116128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Odobri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3355848" y="1627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na GitHubu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383280" y="205740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Jedan klik: spremi i pošalji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Voditelj vidi crveno (brisano) i zeleno (dodano)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Komentar na specifičnu rečenicu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→ Merge → odobren tekst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971032" y="2194560"/>
            <a:ext cx="64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6035040" y="1115568"/>
            <a:ext cx="2633472" cy="3566160"/>
          </a:xfrm>
          <a:prstGeom prst="rect">
            <a:avLst/>
          </a:prstGeom>
          <a:solidFill>
            <a:srgbClr val="F4F8FC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35040" y="1115568"/>
            <a:ext cx="2633472" cy="86868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44768" y="11430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216152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75120" y="116128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Generiraj</a:t>
            </a:r>
            <a:endParaRPr lang="en-US" sz="2600" dirty="0"/>
          </a:p>
        </p:txBody>
      </p:sp>
      <p:sp>
        <p:nvSpPr>
          <p:cNvPr id="25" name="Text 20"/>
          <p:cNvSpPr/>
          <p:nvPr/>
        </p:nvSpPr>
        <p:spPr>
          <a:xfrm>
            <a:off x="6144768" y="1627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Automatski PDF i DOCX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172200" y="205740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čita spojeni tekst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Dodaje naslovnicu i numeraciju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Kompajlira bibliografiju (Zotero)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Rezultat: gotov, formatan dokument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3145536" y="2880360"/>
            <a:ext cx="5486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172968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4"/>
          <p:cNvSpPr/>
          <p:nvPr/>
        </p:nvSpPr>
        <p:spPr>
          <a:xfrm>
            <a:off x="5934456" y="2880360"/>
            <a:ext cx="548640" cy="0"/>
          </a:xfrm>
          <a:prstGeom prst="line">
            <a:avLst/>
          </a:prstGeom>
          <a:noFill/>
          <a:ln w="25400">
            <a:solidFill>
              <a:srgbClr val="1A7F4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961888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7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Text 26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Zvuči apstraktno? Sljedeće ćemo vidjeti uživo — Obsidian + GitHub + automatski PDF.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28600"/>
            <a:ext cx="54864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01168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možete pokrenuti ovaj tjedan s gotovim templateom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33472" cy="2377440"/>
          </a:xfrm>
          <a:prstGeom prst="rect">
            <a:avLst/>
          </a:prstGeom>
          <a:solidFill>
            <a:srgbClr val="162B4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33472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4475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  ·  2–3 mj.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katedra ili grupa. Gotov template repozitorij + instalacijske upute.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33472" cy="2377440"/>
          </a:xfrm>
          <a:prstGeom prst="rect">
            <a:avLst/>
          </a:prstGeom>
          <a:solidFill>
            <a:srgbClr val="162B4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417320"/>
            <a:ext cx="2633472" cy="47548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4475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2  ·  3–6 mj.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93852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Proširenje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2468880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Dokumentacija i template za ostale. Prilagodba EU prijave i elaborata.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33472" cy="2377440"/>
          </a:xfrm>
          <a:prstGeom prst="rect">
            <a:avLst/>
          </a:prstGeom>
          <a:solidFill>
            <a:srgbClr val="162B4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417320"/>
            <a:ext cx="2633472" cy="475488"/>
          </a:xfrm>
          <a:prstGeom prst="rect">
            <a:avLst/>
          </a:prstGeom>
          <a:solidFill>
            <a:srgbClr val="1A6A96"/>
          </a:solidFill>
          <a:ln w="12700">
            <a:solidFill>
              <a:srgbClr val="1A6A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4475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  ·  6–12 mj.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193852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72200" y="2468880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Obuka i rollout na širu zajednicu. Teams ostaje za komunikaciju i sastanke.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95020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Idealno za: veće projekte, EU prijave, elaborate, knjige — nije za kratki dopis.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Što ostaje nepromijenjeno: Teams za komunikaciju i video sastanke.</a:t>
            </a:r>
            <a:endParaRPr lang="en-US" sz="16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886200"/>
            <a:ext cx="502920" cy="5029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452360" y="44622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Pitanja i demonstracija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Docs-as-Code: Nova era pisanja projektne dokumentacije</dc:title>
  <dc:subject>PptxGenJS Presentation</dc:subject>
  <dc:creator>PptxGenJS</dc:creator>
  <cp:lastModifiedBy>PptxGenJS</cp:lastModifiedBy>
  <cp:revision>1</cp:revision>
  <dcterms:created xsi:type="dcterms:W3CDTF">2026-05-02T14:02:32Z</dcterms:created>
  <dcterms:modified xsi:type="dcterms:W3CDTF">2026-05-02T14:02:32Z</dcterms:modified>
</cp:coreProperties>
</file>