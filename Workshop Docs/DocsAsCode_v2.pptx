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64008" cy="2926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7772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kaosa do sustava: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imati jasnu i pouzdanu dokumentaciju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450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Jednostavan način rada s dokumentima za timove, projekte i istraživanja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3127248"/>
            <a:ext cx="7772400" cy="658368"/>
          </a:xfrm>
          <a:prstGeom prst="rect">
            <a:avLst/>
          </a:prstGeom>
          <a:solidFill>
            <a:srgbClr val="162B4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1821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"Cilj nije pisati drugačije — nego konačno imati kontrolu nad dokumentima."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9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Predavanje · 90 minuta  ·  Nastavnici · Istraživači · Administracija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 radite ovako — niste jedini.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Pretrpani folderi i verzije kradu dragocjeno istraživačko vrijeme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3977640" cy="2834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402336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Elaborat_projekt/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97510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Elaborat_v1.docx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31343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Elaborat_final.docx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65176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Elaborat_final_STVARNO.docx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299008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Elaborat_Ana_ispravak.docx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332841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Elaborat_final_v3_NOVO.docx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66674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Elaborat_UPLOAD_FINAL.docx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444752"/>
            <a:ext cx="1097280" cy="1097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63440" y="1426464"/>
            <a:ext cx="4023360" cy="8412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426464"/>
            <a:ext cx="6400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28032" y="14904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Gubitak podataka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828032" y="1828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Stare verzije teksta nestaju zauvijek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663440" y="2377440"/>
            <a:ext cx="4023360" cy="8412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63440" y="2377440"/>
            <a:ext cx="6400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28032" y="24414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Noćna mora spajanja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28032" y="27797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Tko piše u isto vrijeme — nema koordinacije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663440" y="3328416"/>
            <a:ext cx="4023360" cy="84124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3328416"/>
            <a:ext cx="6400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28032" y="33924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Tko je zadnji mijenjao?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828032" y="3730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traga: niti tko, niti što, niti zašto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0" y="4535424"/>
            <a:ext cx="9144000" cy="6080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Ovo NIJE problem ljudi.  Ovo je problem sustava.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Postoje dva načina rada s dokumentima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749040" cy="361188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74904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3566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STARI NAČIN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1664208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Svatko ima svoju verziju dokumenta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Promjene se lako gube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pregleda tko je što mijenjao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Formatiranje oduzima sate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Spajanje teksta = ručni posao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42816" y="246888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749040" cy="3611880"/>
          </a:xfrm>
          <a:prstGeom prst="rect">
            <a:avLst/>
          </a:prstGeom>
          <a:solidFill>
            <a:srgbClr val="EDFAF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005840"/>
            <a:ext cx="3749040" cy="5303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33272"/>
            <a:ext cx="3566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 NAČIN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38928" y="1664208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verzija za sve — uvijek aktualna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 promjene su sačuvane i vidljive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Znate točno tko je što i kada promijenio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je na sadržaju, ne na izgledu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 se automatski oblikuje sam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Ovo se zove docs-as-code. Odmah ćemo vidjeti kako.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Što svaki sustav za dokumente mora omogućiti?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508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2529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2070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Timski rad bez kaosa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" y="16824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Više osoba piše u isto vrijeme — bez prepisivanja i slanja maila s novom verzijom.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4114800" cy="1508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09728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22529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2070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Ništa se ne gubi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65192" y="16824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Sustav pamti svaku promjenu. Možete se u bilo kojem trenutku vratiti na stariju verziju.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4114800" cy="1508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78892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1693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2898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Transparentnost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1792" y="337413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Vidite točno tko je što promijenio i zašto. Nema skrivenih izmjena.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800600" y="2788920"/>
            <a:ext cx="4114800" cy="1508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78892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91693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2898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Automatsko oblikovanje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965192" y="337413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pišete sadržaj. Sustav sam dodaje naslovnicu, margine, numeraciju i bibliografiju.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Postoji li takav sustav? Da. I možete ga početi koristiti ovaj tjedan.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jednostavna alata — bez programiranja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2651760" cy="25603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265176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078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50876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" y="1956816"/>
            <a:ext cx="1554480" cy="34747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956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Pišemo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Vizualni editor. Izgleda kao Word, sprema čisti tekst. Nema programiranja.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73552" y="1024128"/>
            <a:ext cx="2651760" cy="25603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3552" y="1024128"/>
            <a:ext cx="265176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0789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4992" y="150876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822192" y="1956816"/>
            <a:ext cx="1554480" cy="34747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22192" y="1956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Pamti promjene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10712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Vremenski stroj za dokumente. Zna tko je što promijenio i kada.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089904" y="1024128"/>
            <a:ext cx="2651760" cy="25603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9904" y="1024128"/>
            <a:ext cx="2651760" cy="8686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07899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81344" y="150876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Quarto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638544" y="1956816"/>
            <a:ext cx="1554480" cy="34747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38544" y="1956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Pretvara u PDF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27064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koji vaš tekst pretvara u gotov, formatiran PDF i Word dokument.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457200" y="3694176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3767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to izgleda u 3 koraka: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457200" y="4169664"/>
            <a:ext cx="265176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3367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1560" y="4233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Piši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051560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otvoriš, pišeš kao u Wordu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172968" y="425196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3273552" y="4169664"/>
            <a:ext cx="265176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4233672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67912" y="4233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Podijeli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3867912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→ kolege vide promjene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989320" y="425196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37" name="Shape 30"/>
          <p:cNvSpPr/>
          <p:nvPr/>
        </p:nvSpPr>
        <p:spPr>
          <a:xfrm>
            <a:off x="6089904" y="4169664"/>
            <a:ext cx="2651760" cy="80467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4233672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84264" y="4233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Gotov dokument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6684264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sustav sam napravi PDF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64008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8288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Gdje ovo ima najviše smisla?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3127248"/>
          </a:xfrm>
          <a:prstGeom prst="rect">
            <a:avLst/>
          </a:prstGeom>
          <a:solidFill>
            <a:srgbClr val="0E2233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493776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247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KORISTITI ZA: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projekti i prijave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Diplomski i doktorski radovi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 i studije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Timska projektna dokumentacija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Knjige i dulje publikacije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09160" y="1078992"/>
            <a:ext cx="3977640" cy="3127248"/>
          </a:xfrm>
          <a:prstGeom prst="rect">
            <a:avLst/>
          </a:prstGeom>
          <a:solidFill>
            <a:srgbClr val="0E223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78992"/>
            <a:ext cx="3977640" cy="49377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155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1247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KORISTITI ZA: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73752" y="1700784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Kratki dopisi (2-3 stranice)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Jednostavni Word dokumenti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Brzinski interni zapisi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57200" y="4370832"/>
            <a:ext cx="8229600" cy="658368"/>
          </a:xfrm>
          <a:prstGeom prst="rect">
            <a:avLst/>
          </a:prstGeom>
          <a:solidFill>
            <a:srgbClr val="162B4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44165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Tko želi: gotov template repozitorij + instalacijske upute → pilot faza kreće odmah.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kaosa do sustava: dokumentacija bez nervoze</dc:title>
  <dc:subject>PptxGenJS Presentation</dc:subject>
  <dc:creator>PptxGenJS</dc:creator>
  <cp:lastModifiedBy>PptxGenJS</cp:lastModifiedBy>
  <cp:revision>1</cp:revision>
  <dcterms:created xsi:type="dcterms:W3CDTF">2026-05-02T14:14:12Z</dcterms:created>
  <dcterms:modified xsi:type="dcterms:W3CDTF">2026-05-02T14:14:12Z</dcterms:modified>
</cp:coreProperties>
</file>